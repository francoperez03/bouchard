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731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BOUCHARD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2011680" y="1645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Autonomous Navigation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Thinks Before It Moves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01168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Dual-layer intelligence: reflexes react, Claude plans.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3383280"/>
            <a:ext cx="7680960" cy="0"/>
          </a:xfrm>
          <a:prstGeom prst="line">
            <a:avLst/>
          </a:prstGeom>
          <a:noFill/>
          <a:ln w="12700">
            <a:solidFill>
              <a:srgbClr val="2A4A7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566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after Hipolito Bouchard, the Argentine corsair who navigated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terrain with strategy and audacity.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  |  Franco Perez  |  Webots + Claude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robots are bad at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exploring complex environments.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863840" cy="822960"/>
          </a:xfrm>
          <a:prstGeom prst="rect">
            <a:avLst/>
          </a:prstGeom>
          <a:solidFill>
            <a:srgbClr val="1E345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coverage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23317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navigation (random walk, wall following) leaves large unmapped gaps in multi-terrain arenas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926080"/>
            <a:ext cx="7863840" cy="822960"/>
          </a:xfrm>
          <a:prstGeom prst="rect">
            <a:avLst/>
          </a:prstGeom>
          <a:solidFill>
            <a:srgbClr val="1E345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926080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089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Terrain-blind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00200" y="33375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planners treat all surfaces the same — they don't know sand causes slip or ramps need more power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1E345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931920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1148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stuck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00200" y="43434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loop endlessly, revisit already-mapped areas, and miss high-value zones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1030"/>
          </a:solidFill>
          <a:ln/>
        </p:spPr>
      </p:sp>
      <p:sp>
        <p:nvSpPr>
          <p:cNvPr id="21" name="Text 16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exploration = failed missions (missed victims, blind spots, wasted time)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layers of intelligence working together.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749040" cy="2560320"/>
          </a:xfrm>
          <a:prstGeom prst="rect">
            <a:avLst/>
          </a:prstGeom>
          <a:solidFill>
            <a:srgbClr val="1E345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374904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LAYER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2240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Claude AI (periodic, every ~10s)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Analyzes occupancy map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Identifies unexplored frontiers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Plans multi-step sequences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Decides WHERE to explore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749040" cy="2560320"/>
          </a:xfrm>
          <a:prstGeom prst="rect">
            <a:avLst/>
          </a:prstGeom>
          <a:solidFill>
            <a:srgbClr val="1E345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6304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 LAYER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29200" y="2240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Real-time (every 32ms)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Obstacle avoidance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Terrain classification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Slip compensation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Emergency braking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16" name="Shape 12"/>
          <p:cNvSpPr/>
          <p:nvPr/>
        </p:nvSpPr>
        <p:spPr>
          <a:xfrm>
            <a:off x="640080" y="420624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3"/>
          <p:cNvSpPr/>
          <p:nvPr/>
        </p:nvSpPr>
        <p:spPr>
          <a:xfrm>
            <a:off x="1005840" y="4206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strategy and reflexes conflict, REFLEXES ALWAYS WIN. Safe by design.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32 milliseconds, a full cycle.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5544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116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926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IR + accelerometer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gyroscope + encoders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11680" y="21031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48840" y="137160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148840" y="1371600"/>
            <a:ext cx="1554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214884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0116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4884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240280" y="2926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60x60 cell grid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(5cm resolution)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703320" y="21031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3840480" y="137160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840480" y="1371600"/>
            <a:ext cx="1554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7"/>
          <p:cNvSpPr/>
          <p:nvPr/>
        </p:nvSpPr>
        <p:spPr>
          <a:xfrm>
            <a:off x="384048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0116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4048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931920" y="2926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Reflexes: terrain,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obstacles, slip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394960" y="21031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5532120" y="137160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532120" y="1371600"/>
            <a:ext cx="1554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3"/>
          <p:cNvSpPr/>
          <p:nvPr/>
        </p:nvSpPr>
        <p:spPr>
          <a:xfrm>
            <a:off x="553212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01168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3212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623560" y="2926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analyzes map,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frontier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086600" y="21031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7223760" y="137160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223760" y="1371600"/>
            <a:ext cx="1554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29"/>
          <p:cNvSpPr/>
          <p:nvPr/>
        </p:nvSpPr>
        <p:spPr>
          <a:xfrm>
            <a:off x="722376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011680"/>
            <a:ext cx="457200" cy="4572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22376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315200" y="2926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drive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plan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solidFill>
            <a:srgbClr val="0F172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73152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Tools (structured, not free-text):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731520" y="4343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set_exploration_target(x, y)     backtrack()     patrol_area(x1, y1, x2, y2)     investigate(x, y)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ARENA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3x3m multi-terrain arena in Webots.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371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7863840" cy="457200"/>
          </a:xfrm>
          <a:prstGeom prst="rect">
            <a:avLst/>
          </a:prstGeom>
          <a:solidFill>
            <a:srgbClr val="1E3456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011680"/>
            <a:ext cx="182880" cy="18288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traction, smooth surface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251460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slip — active compensation needed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880360"/>
            <a:ext cx="7863840" cy="457200"/>
          </a:xfrm>
          <a:prstGeom prst="rect">
            <a:avLst/>
          </a:prstGeom>
          <a:solidFill>
            <a:srgbClr val="1E3456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301752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baseline navigation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352044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97680" y="3383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vibration — stability monitoring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solidFill>
            <a:srgbClr val="1E3456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402336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118872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97680" y="3886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— power adjustment required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Obstacles: oil barrels, traffic cones, wooden boxes, plastic crates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an LLM outperform heuristic navigation?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645920"/>
          </a:xfrm>
          <a:prstGeom prst="rect">
            <a:avLst/>
          </a:prstGeom>
          <a:solidFill>
            <a:srgbClr val="1E345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5/5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types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20240" cy="1645920"/>
          </a:xfrm>
          <a:prstGeom prst="rect">
            <a:avLst/>
          </a:prstGeom>
          <a:solidFill>
            <a:srgbClr val="1E345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371600"/>
            <a:ext cx="192024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5087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06040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coverage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heuristic fallback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1920240" cy="1645920"/>
          </a:xfrm>
          <a:prstGeom prst="rect">
            <a:avLst/>
          </a:prstGeom>
          <a:solidFill>
            <a:srgbClr val="1E345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71600"/>
            <a:ext cx="19202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5087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54880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Stuck/loop events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5-min run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371600"/>
            <a:ext cx="1920240" cy="1645920"/>
          </a:xfrm>
          <a:prstGeom prst="rect">
            <a:avLst/>
          </a:prstGeom>
          <a:solidFill>
            <a:srgbClr val="1E345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37160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5087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&lt;$0.50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03720" y="2377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session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 Haiku + cache)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EXPECT THIS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6118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</a:rPr>
              <a:t>Claude targets high-value frontiers, not just the nearest ones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</a:rPr>
              <a:t>It factors terrain cost into exploration decisions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</a:rPr>
              <a:t>It chains multi-step exploration plans (A -&gt; B -&gt; 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</a:rPr>
              <a:t>Response caching prevents redundant API calls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Minimalist, modular stack.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32588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1828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Webots R2025a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(free, industry standard)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371600"/>
            <a:ext cx="54864" cy="13258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5544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Robot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069080" y="1828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e-puck (diff. drive,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IR, IMU)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137160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371600"/>
            <a:ext cx="54864" cy="13258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544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903720" y="1828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(tool use + caching)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292608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2926080"/>
            <a:ext cx="54864" cy="13258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089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234440" y="3383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(stdlib only, 0 deps)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91840" y="292608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2926080"/>
            <a:ext cx="54864" cy="13258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10896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6908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069080" y="3383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Tailwind + Vite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126480" y="292608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26480" y="2926080"/>
            <a:ext cx="54864" cy="1325880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10896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0372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903720" y="3383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API (8765)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WebSocket (8766)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6" name="Text 28"/>
          <p:cNvSpPr/>
          <p:nvPr/>
        </p:nvSpPr>
        <p:spPr>
          <a:xfrm>
            <a:off x="640080" y="44805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deps  |  Modular  |  Observable (CSV + dashboard)  |  Fail-safe (works without API key)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NOVEL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LLM-powered robotic navigation.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solidFill>
            <a:srgbClr val="1E345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54864" cy="59436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+ Robotics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1645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reasons over spatial maps, not just text. First LLM-powered robotic navigation system.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057400"/>
            <a:ext cx="7863840" cy="594360"/>
          </a:xfrm>
          <a:prstGeom prst="rect">
            <a:avLst/>
          </a:prstGeom>
          <a:solidFill>
            <a:srgbClr val="1E3456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2057400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safety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2331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plans, reflexes protect. No other system separates these layers this cleanly.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0080" y="2743200"/>
            <a:ext cx="7863840" cy="594360"/>
          </a:xfrm>
          <a:prstGeom prst="rect">
            <a:avLst/>
          </a:prstGeom>
          <a:solidFill>
            <a:srgbClr val="1E3456"/>
          </a:solidFill>
          <a:ln/>
        </p:spPr>
      </p:sp>
      <p:sp>
        <p:nvSpPr>
          <p:cNvPr id="16" name="Shape 12"/>
          <p:cNvSpPr/>
          <p:nvPr/>
        </p:nvSpPr>
        <p:spPr>
          <a:xfrm>
            <a:off x="640080" y="274320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346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Terrain adaptation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463040" y="3017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terrain types with distinct physics: sand slip, ramp gravity, rough vibration.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3429000"/>
            <a:ext cx="7863840" cy="594360"/>
          </a:xfrm>
          <a:prstGeom prst="rect">
            <a:avLst/>
          </a:prstGeom>
          <a:solidFill>
            <a:srgbClr val="1E3456"/>
          </a:solidFill>
          <a:ln/>
        </p:spPr>
      </p:sp>
      <p:sp>
        <p:nvSpPr>
          <p:cNvPr id="21" name="Shape 16"/>
          <p:cNvSpPr/>
          <p:nvPr/>
        </p:nvSpPr>
        <p:spPr>
          <a:xfrm>
            <a:off x="640080" y="3429000"/>
            <a:ext cx="54864" cy="59436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204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Explainable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463040" y="3703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explains every exploration decision. Real-time dashboard shows everything.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solidFill>
            <a:srgbClr val="1E3456"/>
          </a:solidFill>
          <a:ln/>
        </p:spPr>
      </p:sp>
      <p:sp>
        <p:nvSpPr>
          <p:cNvPr id="26" name="Shape 20"/>
          <p:cNvSpPr/>
          <p:nvPr/>
        </p:nvSpPr>
        <p:spPr>
          <a:xfrm>
            <a:off x="640080" y="4114800"/>
            <a:ext cx="54864" cy="594360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0624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6304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 degradation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463040" y="4389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API key in fallback mode. The robot never stops operating.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31" name="Text 24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Bouchard is the only system that is both smart AND cheap.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4572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2011680" y="2176272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Text 3"/>
          <p:cNvSpPr/>
          <p:nvPr/>
        </p:nvSpPr>
        <p:spPr>
          <a:xfrm>
            <a:off x="201168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468880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autonomous exploration — watch the robot navigate the arena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011680" y="2724912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9" name="Text 6"/>
          <p:cNvSpPr/>
          <p:nvPr/>
        </p:nvSpPr>
        <p:spPr>
          <a:xfrm>
            <a:off x="2011680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46888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— sensors, occupancy map, Claude's decisions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011680" y="3273552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9"/>
          <p:cNvSpPr/>
          <p:nvPr/>
        </p:nvSpPr>
        <p:spPr>
          <a:xfrm>
            <a:off x="201168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468880" y="3200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— Claude mode vs. heuristic fallback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371600" y="3840480"/>
            <a:ext cx="6400800" cy="777240"/>
          </a:xfrm>
          <a:prstGeom prst="rect">
            <a:avLst/>
          </a:prstGeom>
          <a:solidFill>
            <a:srgbClr val="1E3456"/>
          </a:solidFill>
          <a:ln/>
        </p:spPr>
      </p:sp>
      <p:sp>
        <p:nvSpPr>
          <p:cNvPr id="15" name="Shape 12"/>
          <p:cNvSpPr/>
          <p:nvPr/>
        </p:nvSpPr>
        <p:spPr>
          <a:xfrm>
            <a:off x="1371600" y="3840480"/>
            <a:ext cx="54864" cy="7772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38404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robot. Same arena. Same time.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what happens when a robot can think.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Bouchard — AI-Powered Autonomous Navigation</dc:title>
  <dc:subject>PptxGenJS Presentation</dc:subject>
  <dc:creator>Franco Perez</dc:creator>
  <cp:lastModifiedBy>Franco Perez</cp:lastModifiedBy>
  <cp:revision>1</cp:revision>
  <dcterms:created xsi:type="dcterms:W3CDTF">2026-03-22T00:37:58Z</dcterms:created>
  <dcterms:modified xsi:type="dcterms:W3CDTF">2026-03-22T00:37:58Z</dcterms:modified>
</cp:coreProperties>
</file>